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l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l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l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l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l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l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l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ls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Snr Solutions Architect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Studio — Credit Governance</dc:title>
  <dc:subject>PptxGenJS Presentation</dc:subject>
  <dc:creator>Vinod Dhanwe</dc:creator>
  <cp:lastModifiedBy>Vinod Dhanwe</cp:lastModifiedBy>
  <cp:revision>1</cp:revision>
  <dcterms:created xsi:type="dcterms:W3CDTF">2026-09-04T01:04:05Z</dcterms:created>
  <dcterms:modified xsi:type="dcterms:W3CDTF">2026-09-04T01:04:05Z</dcterms:modified>
</cp:coreProperties>
</file>